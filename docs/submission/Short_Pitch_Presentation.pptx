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EA5E9"/>
                </a:solidFill>
              </a:defRPr>
            </a:pPr>
            <a:r>
              <a:t>LIVESCRIBE</a:t>
            </a:r>
          </a:p>
          <a:p>
            <a:pPr>
              <a:defRPr sz="2400" b="1">
                <a:solidFill>
                  <a:srgbClr val="0F172A"/>
                </a:solidFill>
              </a:defRPr>
            </a:pPr>
            <a:r>
              <a:t>Your Conversation, Understood in Real Time — On-Device Snapdragon® AI</a:t>
            </a:r>
          </a:p>
          <a:p>
            <a:br/>
            <a:pPr>
              <a:defRPr sz="1400">
                <a:solidFill>
                  <a:srgbClr val="64748B"/>
                </a:solidFill>
              </a:defRPr>
            </a:pPr>
            <a:r>
              <a:t>Presenter: Kshitij Jaiswal | Challenge: Snapdragon® AI Lab Build &amp; Present 2026</a:t>
            </a:r>
            <a:br/>
            <a:r>
              <a:t>GitHub: https://github.com/SlayerHADES/LiveScribe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LIVESCRIBE PRESENTATION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1.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34155"/>
                </a:solidFill>
              </a:defRPr>
            </a:pPr>
            <a:r>
              <a:t>• Cloud Dependency: Existing transcription tools (Otter, Fathom) send raw mic audio to remote GPU servers.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Data Privacy Exposure: Financial reviews, executive strategy, and IP research exposed to cloud breaches.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Connectivity Failure: Cloud tools fail completely in flight, in basement labs, or in low-signal areas.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LIVESCRIBE PRESENTATION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2. The Solution — LiveScribe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34155"/>
                </a:solidFill>
              </a:defRPr>
            </a:pPr>
            <a:r>
              <a:t>• On-Device Hexagon NPU Processing: STT and LLM summarization executed locally via ONNX Runtime QNN Provider.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Real-Time Waveform &amp; Streaming: HTML5 Canvas audio visualizer with word-by-word streaming text animation.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Automated Meeting Intelligence: Instant generation of executive summaries, decision lists, and task owner tables.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LIVESCRIBE PRESENTATION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3. Technical Architecture &amp;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34155"/>
                </a:solidFill>
              </a:defRPr>
            </a:pPr>
            <a:r>
              <a:t>• Pipeline: Microphone Audio (16kHz PCM) → WebSocket Stream → ONNX Runtime QNN Provider → Hexagon NPU → Whisper Transcript → Local LLM Summarization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Backend: Python FastAPI, WebSocket streaming (WS /ws/transcribe)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Frontend: Venture-backed SaaS studio UI (Linear + Raycast + Chatbase + Reevo aesthetic) with Cmd+K command palette.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LIVESCRIBE PRESENTATION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4. Why NPU — Performance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34155"/>
                </a:solidFill>
              </a:defRPr>
            </a:pPr>
            <a:r>
              <a:t>• Connectivity: 100% Offline (Works in Airplane Mode)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Data Privacy: 0 Bytes Leave the Laptop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Inference Hardware: Qualcomm Hexagon NPU via QNNExecutionProvider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Chunk Latency: ~300 ms / chunk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</a:defRPr>
            </a:pPr>
            <a:r>
              <a:t>LIVESCRIBE PRESENTATION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5. Interactive AI &amp; Notes Export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34155"/>
                </a:solidFill>
              </a:defRPr>
            </a:pPr>
            <a:r>
              <a:t>• Timestamp Citing AI: Ask AI assistant cites clickable timestamps (📍 10:43 — Kshitij M.) auto-scrolling to exact transcript lines.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Raycast Command Palette: Cmd+K search modal with instant query match highlighting.</a:t>
            </a:r>
          </a:p>
          <a:p>
            <a:pPr>
              <a:defRPr sz="1800">
                <a:solidFill>
                  <a:srgbClr val="334155"/>
                </a:solidFill>
              </a:defRPr>
            </a:pPr>
            <a:r>
              <a:t>• One-Click Markdown Export: Generates complete meeting notes document (LiveScribe_Meeting_Notes.md).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